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F8C35-2B4A-8F06-F079-E6B6ADE2E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934AF3-9D08-C52D-797A-CEEB7F535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D4F375-8232-239A-D708-78371B78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5A9179-1752-15C1-ED02-AED5F308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7CB7FB-1BEE-5DA4-BB13-5B51AF91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76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B653DE-9A24-56B7-E5C7-34E1AE9B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462F0D-9B31-1F55-97CD-914E5FE7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7495C7-66AC-7CE0-4BB9-AD510B98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C66D34-066C-BF61-A05D-0E947818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8B3454-433F-3E2C-1BD2-FA294C69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19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778EAF-15CB-E8DB-BEF4-61F7BFB1A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2C54E7-CFCD-5E93-DC7C-F1B24A6A8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43506A-770B-F59C-8DA8-553B3C89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AA0D34-F169-E8CB-1CA5-94E92392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6117A7-B52F-2515-27C0-61BC086E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86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E9F95-3DCE-DDAA-BF7E-C1958FC1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840254-FC0C-E4A6-7E96-FD5F854D3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8A41B2-06F1-4515-CC2E-75531667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6DCEEB-6992-B565-BF78-CC39A6FC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7411B1-7D62-649F-0300-A7FBFC98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C6BCE7-3475-DEA0-4BCB-3E457BAB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51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4061D-1474-1558-8019-2BA909C5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0D8FF9-DFE2-735C-43BC-5195A7A09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E77D69-FD0F-B8BF-FED9-0AFC4A6CE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73DDD8-7293-11EA-591D-64F31D60A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DCD205-581D-41EE-09D2-2934435BD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C84BF9-C2EB-DC05-E641-03ACD851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061614-8241-A5BF-2EE4-7B94E274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F069E6A-A8B9-F7D2-135D-35D081C0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48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DAF56-1E2A-FF4F-7025-0D7D9314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F75CDC-71E7-9A87-F672-B195CF7E8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545786-F398-EFB4-40E7-90669EBD9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47495F-5955-0317-CE41-3ADF59D8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8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A88735-5D0F-0A7D-ABB2-B4D29FA7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0C5C12-A4D1-4AEB-1118-E46CCA91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2BFFAA-C928-F13C-07B3-96E707C0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81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1C977-FBF0-E6C5-512F-7889D03A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D2FC75-5A24-0CB9-B372-4F06A125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36DF98-B168-DCB0-393C-21F936D33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739E7C-1638-270D-CB41-D1FDE921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8C77AB-0C6B-D7D0-116B-5B034497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405895-7C3D-0C94-0A89-11EB87F9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65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9473AB-6A2A-117E-EC66-D51FCAC6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4225AB-CCC6-7314-AD08-CEE644520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5FB10C-7F8B-F13B-E85B-F60674235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3FD594-57D2-00EB-5FBF-3631CA0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500DE5-FE18-839E-EE20-1906F85F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6C9B5-C092-5CC2-F35F-4F76301B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8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EC948-BF1E-C126-0FEF-B69E9350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242034-24C3-57E2-C9C3-8C0FD476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0F8247-7C26-1C07-5025-46395E0D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E2B22F-35A8-2056-3111-DB929ECC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4DA62E-FAF4-E96E-B297-94D1820B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629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DC981B4-2CB9-2001-E7C1-BA8FC89AD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D46E091-DF08-19D2-E28B-A4C862D7C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BEB8C6-C3C2-E224-D717-90465C76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D6D5D7-E2D6-8711-6BF6-372D0B03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628D58-877A-4844-6F6F-8F18026D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56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56B17D7-5D55-771E-E631-8D4A6416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ED2AA2-9E4F-6E37-D4DB-EB44BA882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33C7BE-57ED-29D0-F6A3-CC121D44C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3E625-FE59-4D21-A999-5CBC1EADB49B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C86EB9-69C1-99AB-52E8-026A27D41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FF2B4A-73A3-521A-A9C9-E237AFF67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AA914-C11D-4ABF-84E2-5CCB0F81DE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0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carte, nombre&#10;&#10;Le contenu généré par l’IA peut être incorrect.">
            <a:extLst>
              <a:ext uri="{FF2B5EF4-FFF2-40B4-BE49-F238E27FC236}">
                <a16:creationId xmlns:a16="http://schemas.microsoft.com/office/drawing/2014/main" id="{1DFB56EB-C3AC-BED7-CF61-F47E2E1FA0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6B1B2C7-AEBC-95A5-808E-2A9F28ECF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Projet 7 :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C3B641-958A-BDC3-F4B0-34380059F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Tableau de bord dynamique avec Power BI </a:t>
            </a:r>
            <a:br>
              <a:rPr lang="fr-FR">
                <a:solidFill>
                  <a:srgbClr val="FFFFFF"/>
                </a:solidFill>
              </a:rPr>
            </a:br>
            <a:r>
              <a:rPr lang="fr-FR">
                <a:solidFill>
                  <a:srgbClr val="FFFFFF"/>
                </a:solidFill>
              </a:rPr>
              <a:t>pour visualiser l’avancement de projets</a:t>
            </a:r>
          </a:p>
        </p:txBody>
      </p:sp>
    </p:spTree>
    <p:extLst>
      <p:ext uri="{BB962C8B-B14F-4D97-AF65-F5344CB8AC3E}">
        <p14:creationId xmlns:p14="http://schemas.microsoft.com/office/powerpoint/2010/main" val="1270096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04F7F6-7481-1AD6-436B-8EA860C4B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fr-FR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592D07-C92E-868D-27DA-666ABF17B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fr-FR" sz="2000" dirty="0"/>
              <a:t>Product </a:t>
            </a:r>
            <a:r>
              <a:rPr lang="fr-FR" sz="2000"/>
              <a:t>Strategy</a:t>
            </a:r>
            <a:r>
              <a:rPr lang="fr-FR" sz="2000" dirty="0"/>
              <a:t> Canvas</a:t>
            </a:r>
          </a:p>
          <a:p>
            <a:r>
              <a:rPr lang="fr-FR" sz="2000" dirty="0"/>
              <a:t>Préparation et nettoyage des données</a:t>
            </a:r>
          </a:p>
          <a:p>
            <a:r>
              <a:rPr lang="fr-FR" sz="2000" dirty="0"/>
              <a:t>Modèle de données</a:t>
            </a:r>
          </a:p>
          <a:p>
            <a:r>
              <a:rPr lang="fr-FR" sz="2000" dirty="0"/>
              <a:t>Présentation tableau de bord et axe stratégique</a:t>
            </a:r>
          </a:p>
        </p:txBody>
      </p:sp>
      <p:pic>
        <p:nvPicPr>
          <p:cNvPr id="5" name="Picture 4" descr="Personne permettant d’atteindre un papier sur un tableau complet de papier et de pense-bête">
            <a:extLst>
              <a:ext uri="{FF2B5EF4-FFF2-40B4-BE49-F238E27FC236}">
                <a16:creationId xmlns:a16="http://schemas.microsoft.com/office/drawing/2014/main" id="{F73D81F8-D269-E5D3-8FD8-B4A701F7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86" r="2147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118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A63766E-D94C-ECE6-5CB5-43FEC420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 Strategy Canvas</a:t>
            </a:r>
          </a:p>
        </p:txBody>
      </p:sp>
      <p:pic>
        <p:nvPicPr>
          <p:cNvPr id="5" name="Espace réservé du contenu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C454CEC-0241-8230-DFD7-3A2C6BD87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380895"/>
            <a:ext cx="10744200" cy="389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9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1E6B9B-40AA-78E3-BC66-9955F734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fr-FR">
                <a:solidFill>
                  <a:schemeClr val="tx1">
                    <a:lumMod val="85000"/>
                    <a:lumOff val="15000"/>
                  </a:schemeClr>
                </a:solidFill>
              </a:rPr>
              <a:t>Préparation et nettoyage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EA286D-0076-FBB3-8EBE-2E36C6EAD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Modification type</a:t>
            </a:r>
          </a:p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Suppression premières lignes</a:t>
            </a:r>
          </a:p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Promotion des en-têtes</a:t>
            </a:r>
          </a:p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Ajout d’une clé pour liaison dans le modèle</a:t>
            </a:r>
          </a:p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Renommage de colonnes</a:t>
            </a:r>
          </a:p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Calculs de mesures dans le rapport</a:t>
            </a:r>
          </a:p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Ajout d’une table dans le rapport pour filtrer</a:t>
            </a:r>
          </a:p>
        </p:txBody>
      </p:sp>
    </p:spTree>
    <p:extLst>
      <p:ext uri="{BB962C8B-B14F-4D97-AF65-F5344CB8AC3E}">
        <p14:creationId xmlns:p14="http://schemas.microsoft.com/office/powerpoint/2010/main" val="259112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728E969-8030-2D84-1E6E-2164DF94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Modèle de données</a:t>
            </a:r>
          </a:p>
        </p:txBody>
      </p:sp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4D70FC65-C057-AE8E-E6A0-5B72B90F0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856" y="1365977"/>
            <a:ext cx="8028288" cy="499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8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B06E4F-DE7F-0FB0-8FD8-CBE7734B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Axes stratégiques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D0B5C4-0D5C-BF55-AEB1-1CCE610E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Focus sur la région Central/</a:t>
            </a:r>
            <a:r>
              <a:rPr lang="fr-FR" dirty="0" err="1"/>
              <a:t>Eastern</a:t>
            </a:r>
            <a:r>
              <a:rPr lang="fr-FR" dirty="0"/>
              <a:t> Europe - Middle East-</a:t>
            </a:r>
            <a:r>
              <a:rPr lang="fr-FR" dirty="0" err="1"/>
              <a:t>Africa</a:t>
            </a:r>
            <a:endParaRPr lang="fr-FR" dirty="0"/>
          </a:p>
          <a:p>
            <a:r>
              <a:rPr lang="fr-FR" dirty="0"/>
              <a:t>Raisons : </a:t>
            </a:r>
            <a:br>
              <a:rPr lang="fr-FR" dirty="0"/>
            </a:br>
            <a:r>
              <a:rPr lang="fr-FR" dirty="0"/>
              <a:t>projets </a:t>
            </a:r>
            <a:r>
              <a:rPr lang="fr-FR" dirty="0" err="1"/>
              <a:t>essentiellements</a:t>
            </a:r>
            <a:r>
              <a:rPr lang="fr-FR" dirty="0"/>
              <a:t> concentrés ici </a:t>
            </a:r>
            <a:br>
              <a:rPr lang="fr-FR" dirty="0"/>
            </a:br>
            <a:r>
              <a:rPr lang="fr-FR" dirty="0"/>
              <a:t>beaucoup de projets en retard</a:t>
            </a:r>
          </a:p>
        </p:txBody>
      </p:sp>
    </p:spTree>
    <p:extLst>
      <p:ext uri="{BB962C8B-B14F-4D97-AF65-F5344CB8AC3E}">
        <p14:creationId xmlns:p14="http://schemas.microsoft.com/office/powerpoint/2010/main" val="3040857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105</Words>
  <Application>Microsoft Office PowerPoint</Application>
  <PresentationFormat>Grand écran</PresentationFormat>
  <Paragraphs>20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Projet 7 :</vt:lpstr>
      <vt:lpstr>Sommaire</vt:lpstr>
      <vt:lpstr>Product Strategy Canvas</vt:lpstr>
      <vt:lpstr>Préparation et nettoyage des données</vt:lpstr>
      <vt:lpstr>Modèle de données</vt:lpstr>
      <vt:lpstr>Axes stratégiques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Alvarez</dc:creator>
  <cp:lastModifiedBy>arthur Alvarez</cp:lastModifiedBy>
  <cp:revision>2</cp:revision>
  <dcterms:created xsi:type="dcterms:W3CDTF">2026-01-18T09:06:40Z</dcterms:created>
  <dcterms:modified xsi:type="dcterms:W3CDTF">2026-01-18T10:33:49Z</dcterms:modified>
</cp:coreProperties>
</file>